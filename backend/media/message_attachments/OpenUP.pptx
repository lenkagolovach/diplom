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74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983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08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79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09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944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57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22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894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69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35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DB81A-BE08-4552-BBBF-0A0F89E78DDD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0C76A-CD69-425C-AC4A-7051C92DAE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7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95"/>
            <a:ext cx="12192000" cy="68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0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95"/>
            <a:ext cx="12225060" cy="683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45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46"/>
            <a:ext cx="12241188" cy="683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5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59"/>
            <a:ext cx="12230930" cy="683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0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04"/>
            <a:ext cx="12192000" cy="681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8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28"/>
            <a:ext cx="12192000" cy="682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6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9165"/>
            <a:ext cx="12086966" cy="67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6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84"/>
            <a:ext cx="12105444" cy="676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43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8308"/>
            <a:ext cx="12102013" cy="67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45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93"/>
            <a:ext cx="12192000" cy="678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63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46"/>
            <a:ext cx="12241190" cy="683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32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92"/>
            <a:ext cx="12251763" cy="682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22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3"/>
            <a:ext cx="12090400" cy="678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96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Широкоэкранный</PresentationFormat>
  <Paragraphs>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3</cp:revision>
  <dcterms:created xsi:type="dcterms:W3CDTF">2024-11-25T20:36:10Z</dcterms:created>
  <dcterms:modified xsi:type="dcterms:W3CDTF">2024-11-25T21:34:08Z</dcterms:modified>
</cp:coreProperties>
</file>